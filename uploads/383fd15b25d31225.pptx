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668"/>
    <p:restoredTop sz="96512"/>
  </p:normalViewPr>
  <p:slideViewPr>
    <p:cSldViewPr snapToGrid="0">
      <p:cViewPr varScale="1">
        <p:scale>
          <a:sx n="113" d="100"/>
          <a:sy n="113" d="100"/>
        </p:scale>
        <p:origin x="19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8FA71-0F27-904B-A6E0-6D4D2F5CD89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A326B-CF5F-334B-9D0F-DC1667255FB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7625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9103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206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8501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101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00169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386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13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813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91381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9482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8404-2F1E-A844-BE54-EA5911359E1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4471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E8404-2F1E-A844-BE54-EA5911359E1C}" type="datetimeFigureOut">
              <a:rPr lang="en-CN" smtClean="0"/>
              <a:t>2025/9/4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031C2-8F94-634E-BA87-42036A44F5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631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7A171-CC1E-D51C-2424-EF8C086CF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沉浸式教学场景</a:t>
            </a:r>
            <a:endParaRPr lang="en-C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3E289-B36E-AD92-A1D1-A9C0DBECB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课前备课协作：个性化题库生成，内容摘要与关键字，减轻备课压力，精准了解学生学习状况。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课中互动问答：教学实时互动、提升课堂参与度，增强学生理解能力。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课后自动批改：作业自动批改，作业反馈即时生成，减轻教师工作量。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63863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191A-313B-5BA8-B049-87D5573A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智能化教学助手</a:t>
            </a:r>
            <a:endParaRPr lang="en-C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36BD-96A2-52F4-C288-24C88F5DB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备课助手，基于 </a:t>
            </a:r>
            <a:r>
              <a:rPr 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辅助老师完成课程设计（智能生成），高效备课。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教学管理，基于学情的数据分析，提供实时教学反馈和提示，优化课堂教学策略。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45795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14035</TotalTime>
  <Words>107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Microsoft YaHei</vt:lpstr>
      <vt:lpstr>Aptos</vt:lpstr>
      <vt:lpstr>Arial</vt:lpstr>
      <vt:lpstr>Calibri</vt:lpstr>
      <vt:lpstr>Calibri Light</vt:lpstr>
      <vt:lpstr>Office 2013 - 2022 Theme</vt:lpstr>
      <vt:lpstr>沉浸式教学场景</vt:lpstr>
      <vt:lpstr>智能化教学助手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Fei He</dc:creator>
  <cp:lastModifiedBy>何飞</cp:lastModifiedBy>
  <cp:revision>150</cp:revision>
  <dcterms:created xsi:type="dcterms:W3CDTF">2025-01-16T03:28:23Z</dcterms:created>
  <dcterms:modified xsi:type="dcterms:W3CDTF">2025-09-03T16:38:11Z</dcterms:modified>
</cp:coreProperties>
</file>