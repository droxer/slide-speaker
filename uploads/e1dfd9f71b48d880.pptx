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8"/>
  </p:notesMasterIdLst>
  <p:sldIdLst>
    <p:sldId id="258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668"/>
    <p:restoredTop sz="96512"/>
  </p:normalViewPr>
  <p:slideViewPr>
    <p:cSldViewPr snapToGrid="0">
      <p:cViewPr varScale="1">
        <p:scale>
          <a:sx n="113" d="100"/>
          <a:sy n="113" d="100"/>
        </p:scale>
        <p:origin x="19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98F82A-AC16-4D5A-A7AD-B97D6E2B215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10128FA-D6F9-498B-940B-A89F855888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>
              <a:latin typeface="Microsoft YaHei" panose="020B0503020204020204" pitchFamily="34" charset="-122"/>
              <a:ea typeface="Microsoft YaHei" panose="020B0503020204020204" pitchFamily="34" charset="-122"/>
            </a:rPr>
            <a:t>教师视角</a:t>
          </a:r>
          <a:endParaRPr lang="en-US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72EF17E5-DDF6-4443-B8E8-43DA84F11008}" type="parTrans" cxnId="{5FE2C97F-4076-4B01-A301-D636CDC3AD7B}">
      <dgm:prSet/>
      <dgm:spPr/>
      <dgm:t>
        <a:bodyPr/>
        <a:lstStyle/>
        <a:p>
          <a:endParaRPr lang="en-US"/>
        </a:p>
      </dgm:t>
    </dgm:pt>
    <dgm:pt modelId="{1A95C4F2-27CF-4C18-8B4A-E4FBF32507A2}" type="sibTrans" cxnId="{5FE2C97F-4076-4B01-A301-D636CDC3AD7B}">
      <dgm:prSet/>
      <dgm:spPr/>
      <dgm:t>
        <a:bodyPr/>
        <a:lstStyle/>
        <a:p>
          <a:endParaRPr lang="en-US"/>
        </a:p>
      </dgm:t>
    </dgm:pt>
    <dgm:pt modelId="{1F094519-491C-43AF-AFD0-66BE6C7630C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如何快速应用</a:t>
          </a:r>
          <a:r>
            <a:rPr lang="en-US" dirty="0">
              <a:latin typeface="Microsoft YaHei" panose="020B0503020204020204" pitchFamily="34" charset="-122"/>
              <a:ea typeface="Microsoft YaHei" panose="020B0503020204020204" pitchFamily="34" charset="-122"/>
            </a:rPr>
            <a:t>AI</a:t>
          </a:r>
          <a:r>
            <a:rPr lang="zh-CN" dirty="0">
              <a:latin typeface="Microsoft YaHei" panose="020B0503020204020204" pitchFamily="34" charset="-122"/>
              <a:ea typeface="Microsoft YaHei" panose="020B0503020204020204" pitchFamily="34" charset="-122"/>
            </a:rPr>
            <a:t>进行针对性课程设计与教学</a:t>
          </a:r>
          <a:endParaRPr lang="en-US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227B9D67-EAD7-4AA0-BF60-D618C4FA5E2E}" type="parTrans" cxnId="{91F7E83F-A22E-435A-B3C8-298469D33DC7}">
      <dgm:prSet/>
      <dgm:spPr/>
      <dgm:t>
        <a:bodyPr/>
        <a:lstStyle/>
        <a:p>
          <a:endParaRPr lang="en-US"/>
        </a:p>
      </dgm:t>
    </dgm:pt>
    <dgm:pt modelId="{384755B8-9A18-476E-B1F8-B61AEBBD294E}" type="sibTrans" cxnId="{91F7E83F-A22E-435A-B3C8-298469D33DC7}">
      <dgm:prSet/>
      <dgm:spPr/>
      <dgm:t>
        <a:bodyPr/>
        <a:lstStyle/>
        <a:p>
          <a:endParaRPr lang="en-US"/>
        </a:p>
      </dgm:t>
    </dgm:pt>
    <dgm:pt modelId="{0B6F145D-930A-4F9F-BF74-964C7752D97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如何精准了解学生的学习情况，并充分调动学生主动性与创造性，积极参与到学习中</a:t>
          </a:r>
          <a:endParaRPr lang="en-US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BBFA9B51-091B-4296-90DE-1DF91CE0B33D}" type="parTrans" cxnId="{4DD29BCA-F483-4EEF-8EDE-F85B2091932E}">
      <dgm:prSet/>
      <dgm:spPr/>
      <dgm:t>
        <a:bodyPr/>
        <a:lstStyle/>
        <a:p>
          <a:endParaRPr lang="en-US"/>
        </a:p>
      </dgm:t>
    </dgm:pt>
    <dgm:pt modelId="{F5F6C1DF-4EF9-4C16-92D3-CE3140DF1CD6}" type="sibTrans" cxnId="{4DD29BCA-F483-4EEF-8EDE-F85B2091932E}">
      <dgm:prSet/>
      <dgm:spPr/>
      <dgm:t>
        <a:bodyPr/>
        <a:lstStyle/>
        <a:p>
          <a:endParaRPr lang="en-US"/>
        </a:p>
      </dgm:t>
    </dgm:pt>
    <dgm:pt modelId="{F98F2311-7024-4FF3-8C25-6D7466390C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 dirty="0">
              <a:latin typeface="Microsoft YaHei" panose="020B0503020204020204" pitchFamily="34" charset="-122"/>
              <a:ea typeface="Microsoft YaHei" panose="020B0503020204020204" pitchFamily="34" charset="-122"/>
            </a:rPr>
            <a:t>学生视角</a:t>
          </a:r>
          <a:endParaRPr lang="en-US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54E78C2D-0240-43C5-8557-911B84F37164}" type="parTrans" cxnId="{69EF3D57-563F-48CA-8196-6B45C057C8B8}">
      <dgm:prSet/>
      <dgm:spPr/>
      <dgm:t>
        <a:bodyPr/>
        <a:lstStyle/>
        <a:p>
          <a:endParaRPr lang="en-US"/>
        </a:p>
      </dgm:t>
    </dgm:pt>
    <dgm:pt modelId="{7C63FEF2-1D04-409E-9FCE-730961E04AF4}" type="sibTrans" cxnId="{69EF3D57-563F-48CA-8196-6B45C057C8B8}">
      <dgm:prSet/>
      <dgm:spPr/>
      <dgm:t>
        <a:bodyPr/>
        <a:lstStyle/>
        <a:p>
          <a:endParaRPr lang="en-US"/>
        </a:p>
      </dgm:t>
    </dgm:pt>
    <dgm:pt modelId="{467B1FC3-0455-4E46-99EF-2A77EB1D35FB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如何从教师提供的课程内容中，进行有效的预习与复习。</a:t>
          </a:r>
          <a:endParaRPr lang="en-US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BE3D6EE5-1988-4674-8AE4-2A10CB160684}" type="parTrans" cxnId="{EB99EA55-D137-4CA5-BF2C-6FAD26A45500}">
      <dgm:prSet/>
      <dgm:spPr/>
      <dgm:t>
        <a:bodyPr/>
        <a:lstStyle/>
        <a:p>
          <a:endParaRPr lang="en-US"/>
        </a:p>
      </dgm:t>
    </dgm:pt>
    <dgm:pt modelId="{4C1B10B9-7A2D-41C8-89A6-DC7D5B6B8D44}" type="sibTrans" cxnId="{EB99EA55-D137-4CA5-BF2C-6FAD26A45500}">
      <dgm:prSet/>
      <dgm:spPr/>
      <dgm:t>
        <a:bodyPr/>
        <a:lstStyle/>
        <a:p>
          <a:endParaRPr lang="en-US"/>
        </a:p>
      </dgm:t>
    </dgm:pt>
    <dgm:pt modelId="{1C5BB387-9F25-46FB-B93D-439D3E6562D3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如何在学习过程中得到即时有效的学习反馈</a:t>
          </a:r>
          <a:endParaRPr lang="en-US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ECF14AD9-BCD0-4E71-9471-FEF502BC9C5E}" type="parTrans" cxnId="{83266664-6AC0-4790-903B-44BC730C8E41}">
      <dgm:prSet/>
      <dgm:spPr/>
      <dgm:t>
        <a:bodyPr/>
        <a:lstStyle/>
        <a:p>
          <a:endParaRPr lang="en-US"/>
        </a:p>
      </dgm:t>
    </dgm:pt>
    <dgm:pt modelId="{D5391B1D-C673-4422-9FE9-92EB36251F2E}" type="sibTrans" cxnId="{83266664-6AC0-4790-903B-44BC730C8E41}">
      <dgm:prSet/>
      <dgm:spPr/>
      <dgm:t>
        <a:bodyPr/>
        <a:lstStyle/>
        <a:p>
          <a:endParaRPr lang="en-US"/>
        </a:p>
      </dgm:t>
    </dgm:pt>
    <dgm:pt modelId="{E9D66FA4-206C-4D1D-AF1A-8D6791D484B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 dirty="0">
              <a:latin typeface="Microsoft YaHei" panose="020B0503020204020204" pitchFamily="34" charset="-122"/>
              <a:ea typeface="Microsoft YaHei" panose="020B0503020204020204" pitchFamily="34" charset="-122"/>
            </a:rPr>
            <a:t>管理视角</a:t>
          </a:r>
          <a:endParaRPr lang="en-US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BE18FE82-B5CF-4D5F-A405-2F5EACF02530}" type="parTrans" cxnId="{6ED4D3AA-A618-4DB8-8FEC-EB468A920366}">
      <dgm:prSet/>
      <dgm:spPr/>
      <dgm:t>
        <a:bodyPr/>
        <a:lstStyle/>
        <a:p>
          <a:endParaRPr lang="en-US"/>
        </a:p>
      </dgm:t>
    </dgm:pt>
    <dgm:pt modelId="{FEF91C6A-2E5A-44B2-9EFE-184C28430E6F}" type="sibTrans" cxnId="{6ED4D3AA-A618-4DB8-8FEC-EB468A920366}">
      <dgm:prSet/>
      <dgm:spPr/>
      <dgm:t>
        <a:bodyPr/>
        <a:lstStyle/>
        <a:p>
          <a:endParaRPr lang="en-US"/>
        </a:p>
      </dgm:t>
    </dgm:pt>
    <dgm:pt modelId="{A64756BB-79A8-48CC-AE1D-337526F6816D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如何快速将</a:t>
          </a:r>
          <a:r>
            <a:rPr lang="en-US" dirty="0">
              <a:latin typeface="Microsoft YaHei" panose="020B0503020204020204" pitchFamily="34" charset="-122"/>
              <a:ea typeface="Microsoft YaHei" panose="020B0503020204020204" pitchFamily="34" charset="-122"/>
            </a:rPr>
            <a:t>AI</a:t>
          </a:r>
          <a:r>
            <a:rPr lang="zh-CN" dirty="0">
              <a:latin typeface="Microsoft YaHei" panose="020B0503020204020204" pitchFamily="34" charset="-122"/>
              <a:ea typeface="Microsoft YaHei" panose="020B0503020204020204" pitchFamily="34" charset="-122"/>
            </a:rPr>
            <a:t>应用全面导入教学过程</a:t>
          </a:r>
          <a:endParaRPr lang="en-US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503B45B5-1575-4D44-8D47-D60EC8420DA5}" type="parTrans" cxnId="{FEDC2E57-39B2-43A3-9101-255A4FB17586}">
      <dgm:prSet/>
      <dgm:spPr/>
      <dgm:t>
        <a:bodyPr/>
        <a:lstStyle/>
        <a:p>
          <a:endParaRPr lang="en-US"/>
        </a:p>
      </dgm:t>
    </dgm:pt>
    <dgm:pt modelId="{88DB2656-D167-453F-A1AF-F5C502E52275}" type="sibTrans" cxnId="{FEDC2E57-39B2-43A3-9101-255A4FB17586}">
      <dgm:prSet/>
      <dgm:spPr/>
      <dgm:t>
        <a:bodyPr/>
        <a:lstStyle/>
        <a:p>
          <a:endParaRPr lang="en-US"/>
        </a:p>
      </dgm:t>
    </dgm:pt>
    <dgm:pt modelId="{A6608ED1-768B-46BF-BBDA-D894DF24B643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如何透过</a:t>
          </a:r>
          <a:r>
            <a:rPr lang="en-US" dirty="0">
              <a:latin typeface="Microsoft YaHei" panose="020B0503020204020204" pitchFamily="34" charset="-122"/>
              <a:ea typeface="Microsoft YaHei" panose="020B0503020204020204" pitchFamily="34" charset="-122"/>
            </a:rPr>
            <a:t>AI</a:t>
          </a:r>
          <a:r>
            <a:rPr lang="zh-CN" dirty="0">
              <a:latin typeface="Microsoft YaHei" panose="020B0503020204020204" pitchFamily="34" charset="-122"/>
              <a:ea typeface="Microsoft YaHei" panose="020B0503020204020204" pitchFamily="34" charset="-122"/>
            </a:rPr>
            <a:t>全面有效了解教学开展和成效</a:t>
          </a:r>
          <a:endParaRPr lang="en-US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F10FD2F8-0E11-40F7-B195-451770A0A93E}" type="parTrans" cxnId="{E99FE120-D6D9-471D-B3DA-8C9046F87860}">
      <dgm:prSet/>
      <dgm:spPr/>
      <dgm:t>
        <a:bodyPr/>
        <a:lstStyle/>
        <a:p>
          <a:endParaRPr lang="en-US"/>
        </a:p>
      </dgm:t>
    </dgm:pt>
    <dgm:pt modelId="{0EE8C2BB-D259-4D3C-A6E6-52E525CBB0A6}" type="sibTrans" cxnId="{E99FE120-D6D9-471D-B3DA-8C9046F87860}">
      <dgm:prSet/>
      <dgm:spPr/>
      <dgm:t>
        <a:bodyPr/>
        <a:lstStyle/>
        <a:p>
          <a:endParaRPr lang="en-US"/>
        </a:p>
      </dgm:t>
    </dgm:pt>
    <dgm:pt modelId="{DA416AEC-69A5-D04B-8D23-0C3BE526BA2D}" type="pres">
      <dgm:prSet presAssocID="{9198F82A-AC16-4D5A-A7AD-B97D6E2B215F}" presName="linear" presStyleCnt="0">
        <dgm:presLayoutVars>
          <dgm:dir/>
          <dgm:animLvl val="lvl"/>
          <dgm:resizeHandles val="exact"/>
        </dgm:presLayoutVars>
      </dgm:prSet>
      <dgm:spPr/>
    </dgm:pt>
    <dgm:pt modelId="{5B47BC43-6CD9-D146-8D61-E8E28958A3E0}" type="pres">
      <dgm:prSet presAssocID="{510128FA-D6F9-498B-940B-A89F855888E3}" presName="parentLin" presStyleCnt="0"/>
      <dgm:spPr/>
    </dgm:pt>
    <dgm:pt modelId="{46C01678-171F-0C4A-AB3F-C814DA643A7C}" type="pres">
      <dgm:prSet presAssocID="{510128FA-D6F9-498B-940B-A89F855888E3}" presName="parentLeftMargin" presStyleLbl="node1" presStyleIdx="0" presStyleCnt="3"/>
      <dgm:spPr/>
    </dgm:pt>
    <dgm:pt modelId="{FBB2810D-A778-1540-982D-BED121275A52}" type="pres">
      <dgm:prSet presAssocID="{510128FA-D6F9-498B-940B-A89F855888E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A82A19B-F7BF-434D-913E-93C9FA111783}" type="pres">
      <dgm:prSet presAssocID="{510128FA-D6F9-498B-940B-A89F855888E3}" presName="negativeSpace" presStyleCnt="0"/>
      <dgm:spPr/>
    </dgm:pt>
    <dgm:pt modelId="{0E78BBA1-CD8F-2442-88B4-636F9E6A58CE}" type="pres">
      <dgm:prSet presAssocID="{510128FA-D6F9-498B-940B-A89F855888E3}" presName="childText" presStyleLbl="conFgAcc1" presStyleIdx="0" presStyleCnt="3">
        <dgm:presLayoutVars>
          <dgm:bulletEnabled val="1"/>
        </dgm:presLayoutVars>
      </dgm:prSet>
      <dgm:spPr/>
    </dgm:pt>
    <dgm:pt modelId="{ABFF0665-FF90-3C48-8538-B288ECDD1CFE}" type="pres">
      <dgm:prSet presAssocID="{1A95C4F2-27CF-4C18-8B4A-E4FBF32507A2}" presName="spaceBetweenRectangles" presStyleCnt="0"/>
      <dgm:spPr/>
    </dgm:pt>
    <dgm:pt modelId="{65ACBD66-8591-0E49-B7FE-4A61D9FECCC7}" type="pres">
      <dgm:prSet presAssocID="{F98F2311-7024-4FF3-8C25-6D7466390CA1}" presName="parentLin" presStyleCnt="0"/>
      <dgm:spPr/>
    </dgm:pt>
    <dgm:pt modelId="{D92B01D3-D15A-CF41-A2FD-4A0416275701}" type="pres">
      <dgm:prSet presAssocID="{F98F2311-7024-4FF3-8C25-6D7466390CA1}" presName="parentLeftMargin" presStyleLbl="node1" presStyleIdx="0" presStyleCnt="3"/>
      <dgm:spPr/>
    </dgm:pt>
    <dgm:pt modelId="{E689564F-E477-EA4B-8140-203DE8EA4012}" type="pres">
      <dgm:prSet presAssocID="{F98F2311-7024-4FF3-8C25-6D7466390CA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282A192-274B-7E47-97BF-BDBF2D21B857}" type="pres">
      <dgm:prSet presAssocID="{F98F2311-7024-4FF3-8C25-6D7466390CA1}" presName="negativeSpace" presStyleCnt="0"/>
      <dgm:spPr/>
    </dgm:pt>
    <dgm:pt modelId="{31D84150-CF38-694D-8CB7-9F36B1B08726}" type="pres">
      <dgm:prSet presAssocID="{F98F2311-7024-4FF3-8C25-6D7466390CA1}" presName="childText" presStyleLbl="conFgAcc1" presStyleIdx="1" presStyleCnt="3">
        <dgm:presLayoutVars>
          <dgm:bulletEnabled val="1"/>
        </dgm:presLayoutVars>
      </dgm:prSet>
      <dgm:spPr/>
    </dgm:pt>
    <dgm:pt modelId="{ADE7E921-D5A0-774A-B82E-1027518B23CE}" type="pres">
      <dgm:prSet presAssocID="{7C63FEF2-1D04-409E-9FCE-730961E04AF4}" presName="spaceBetweenRectangles" presStyleCnt="0"/>
      <dgm:spPr/>
    </dgm:pt>
    <dgm:pt modelId="{580E686B-6321-B641-8563-320E793C2A68}" type="pres">
      <dgm:prSet presAssocID="{E9D66FA4-206C-4D1D-AF1A-8D6791D484BE}" presName="parentLin" presStyleCnt="0"/>
      <dgm:spPr/>
    </dgm:pt>
    <dgm:pt modelId="{5AB9266F-5E8D-F442-BFA0-15EB81E34404}" type="pres">
      <dgm:prSet presAssocID="{E9D66FA4-206C-4D1D-AF1A-8D6791D484BE}" presName="parentLeftMargin" presStyleLbl="node1" presStyleIdx="1" presStyleCnt="3"/>
      <dgm:spPr/>
    </dgm:pt>
    <dgm:pt modelId="{8CB9EE93-AA55-0345-ACC6-4E7BF4475BA9}" type="pres">
      <dgm:prSet presAssocID="{E9D66FA4-206C-4D1D-AF1A-8D6791D484B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B8492B1-9620-784B-A6F5-6FCA266766AC}" type="pres">
      <dgm:prSet presAssocID="{E9D66FA4-206C-4D1D-AF1A-8D6791D484BE}" presName="negativeSpace" presStyleCnt="0"/>
      <dgm:spPr/>
    </dgm:pt>
    <dgm:pt modelId="{2DBC9EEF-AE5E-0847-8020-6AA0ED26C1DE}" type="pres">
      <dgm:prSet presAssocID="{E9D66FA4-206C-4D1D-AF1A-8D6791D484B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8D9AC0F-7267-2440-BEAA-4EEDCA8BA5A5}" type="presOf" srcId="{F98F2311-7024-4FF3-8C25-6D7466390CA1}" destId="{E689564F-E477-EA4B-8140-203DE8EA4012}" srcOrd="1" destOrd="0" presId="urn:microsoft.com/office/officeart/2005/8/layout/list1"/>
    <dgm:cxn modelId="{5574EB0F-28F2-E644-992C-1F5696FD7EF7}" type="presOf" srcId="{9198F82A-AC16-4D5A-A7AD-B97D6E2B215F}" destId="{DA416AEC-69A5-D04B-8D23-0C3BE526BA2D}" srcOrd="0" destOrd="0" presId="urn:microsoft.com/office/officeart/2005/8/layout/list1"/>
    <dgm:cxn modelId="{063AF914-4F9B-F54D-ADF1-CFEB75C835D3}" type="presOf" srcId="{A6608ED1-768B-46BF-BBDA-D894DF24B643}" destId="{2DBC9EEF-AE5E-0847-8020-6AA0ED26C1DE}" srcOrd="0" destOrd="1" presId="urn:microsoft.com/office/officeart/2005/8/layout/list1"/>
    <dgm:cxn modelId="{0AC2D31B-0D82-C44A-A613-4EB53086A69D}" type="presOf" srcId="{A64756BB-79A8-48CC-AE1D-337526F6816D}" destId="{2DBC9EEF-AE5E-0847-8020-6AA0ED26C1DE}" srcOrd="0" destOrd="0" presId="urn:microsoft.com/office/officeart/2005/8/layout/list1"/>
    <dgm:cxn modelId="{E99FE120-D6D9-471D-B3DA-8C9046F87860}" srcId="{E9D66FA4-206C-4D1D-AF1A-8D6791D484BE}" destId="{A6608ED1-768B-46BF-BBDA-D894DF24B643}" srcOrd="1" destOrd="0" parTransId="{F10FD2F8-0E11-40F7-B195-451770A0A93E}" sibTransId="{0EE8C2BB-D259-4D3C-A6E6-52E525CBB0A6}"/>
    <dgm:cxn modelId="{7388C525-99BF-D045-B639-FEF6E4E889FF}" type="presOf" srcId="{1F094519-491C-43AF-AFD0-66BE6C7630C0}" destId="{0E78BBA1-CD8F-2442-88B4-636F9E6A58CE}" srcOrd="0" destOrd="0" presId="urn:microsoft.com/office/officeart/2005/8/layout/list1"/>
    <dgm:cxn modelId="{13D9F13D-3258-7A4E-81BB-85FDC6D130EC}" type="presOf" srcId="{510128FA-D6F9-498B-940B-A89F855888E3}" destId="{FBB2810D-A778-1540-982D-BED121275A52}" srcOrd="1" destOrd="0" presId="urn:microsoft.com/office/officeart/2005/8/layout/list1"/>
    <dgm:cxn modelId="{91F7E83F-A22E-435A-B3C8-298469D33DC7}" srcId="{510128FA-D6F9-498B-940B-A89F855888E3}" destId="{1F094519-491C-43AF-AFD0-66BE6C7630C0}" srcOrd="0" destOrd="0" parTransId="{227B9D67-EAD7-4AA0-BF60-D618C4FA5E2E}" sibTransId="{384755B8-9A18-476E-B1F8-B61AEBBD294E}"/>
    <dgm:cxn modelId="{EB99EA55-D137-4CA5-BF2C-6FAD26A45500}" srcId="{F98F2311-7024-4FF3-8C25-6D7466390CA1}" destId="{467B1FC3-0455-4E46-99EF-2A77EB1D35FB}" srcOrd="0" destOrd="0" parTransId="{BE3D6EE5-1988-4674-8AE4-2A10CB160684}" sibTransId="{4C1B10B9-7A2D-41C8-89A6-DC7D5B6B8D44}"/>
    <dgm:cxn modelId="{FEDC2E57-39B2-43A3-9101-255A4FB17586}" srcId="{E9D66FA4-206C-4D1D-AF1A-8D6791D484BE}" destId="{A64756BB-79A8-48CC-AE1D-337526F6816D}" srcOrd="0" destOrd="0" parTransId="{503B45B5-1575-4D44-8D47-D60EC8420DA5}" sibTransId="{88DB2656-D167-453F-A1AF-F5C502E52275}"/>
    <dgm:cxn modelId="{69EF3D57-563F-48CA-8196-6B45C057C8B8}" srcId="{9198F82A-AC16-4D5A-A7AD-B97D6E2B215F}" destId="{F98F2311-7024-4FF3-8C25-6D7466390CA1}" srcOrd="1" destOrd="0" parTransId="{54E78C2D-0240-43C5-8557-911B84F37164}" sibTransId="{7C63FEF2-1D04-409E-9FCE-730961E04AF4}"/>
    <dgm:cxn modelId="{E32F5857-59F4-E247-8A07-2CA10F6B17B9}" type="presOf" srcId="{F98F2311-7024-4FF3-8C25-6D7466390CA1}" destId="{D92B01D3-D15A-CF41-A2FD-4A0416275701}" srcOrd="0" destOrd="0" presId="urn:microsoft.com/office/officeart/2005/8/layout/list1"/>
    <dgm:cxn modelId="{83266664-6AC0-4790-903B-44BC730C8E41}" srcId="{F98F2311-7024-4FF3-8C25-6D7466390CA1}" destId="{1C5BB387-9F25-46FB-B93D-439D3E6562D3}" srcOrd="1" destOrd="0" parTransId="{ECF14AD9-BCD0-4E71-9471-FEF502BC9C5E}" sibTransId="{D5391B1D-C673-4422-9FE9-92EB36251F2E}"/>
    <dgm:cxn modelId="{3E20E972-63B0-104D-B0AA-D735FD497C43}" type="presOf" srcId="{467B1FC3-0455-4E46-99EF-2A77EB1D35FB}" destId="{31D84150-CF38-694D-8CB7-9F36B1B08726}" srcOrd="0" destOrd="0" presId="urn:microsoft.com/office/officeart/2005/8/layout/list1"/>
    <dgm:cxn modelId="{5FE2C97F-4076-4B01-A301-D636CDC3AD7B}" srcId="{9198F82A-AC16-4D5A-A7AD-B97D6E2B215F}" destId="{510128FA-D6F9-498B-940B-A89F855888E3}" srcOrd="0" destOrd="0" parTransId="{72EF17E5-DDF6-4443-B8E8-43DA84F11008}" sibTransId="{1A95C4F2-27CF-4C18-8B4A-E4FBF32507A2}"/>
    <dgm:cxn modelId="{42FF1980-EAEE-6749-9752-A96C6446D8D3}" type="presOf" srcId="{1C5BB387-9F25-46FB-B93D-439D3E6562D3}" destId="{31D84150-CF38-694D-8CB7-9F36B1B08726}" srcOrd="0" destOrd="1" presId="urn:microsoft.com/office/officeart/2005/8/layout/list1"/>
    <dgm:cxn modelId="{D381059A-0BD0-F741-8DA0-96E35E889F3F}" type="presOf" srcId="{0B6F145D-930A-4F9F-BF74-964C7752D97F}" destId="{0E78BBA1-CD8F-2442-88B4-636F9E6A58CE}" srcOrd="0" destOrd="1" presId="urn:microsoft.com/office/officeart/2005/8/layout/list1"/>
    <dgm:cxn modelId="{6ED4D3AA-A618-4DB8-8FEC-EB468A920366}" srcId="{9198F82A-AC16-4D5A-A7AD-B97D6E2B215F}" destId="{E9D66FA4-206C-4D1D-AF1A-8D6791D484BE}" srcOrd="2" destOrd="0" parTransId="{BE18FE82-B5CF-4D5F-A405-2F5EACF02530}" sibTransId="{FEF91C6A-2E5A-44B2-9EFE-184C28430E6F}"/>
    <dgm:cxn modelId="{0DAECDB6-2687-C148-B1BF-51145006EA7C}" type="presOf" srcId="{E9D66FA4-206C-4D1D-AF1A-8D6791D484BE}" destId="{8CB9EE93-AA55-0345-ACC6-4E7BF4475BA9}" srcOrd="1" destOrd="0" presId="urn:microsoft.com/office/officeart/2005/8/layout/list1"/>
    <dgm:cxn modelId="{4DD29BCA-F483-4EEF-8EDE-F85B2091932E}" srcId="{510128FA-D6F9-498B-940B-A89F855888E3}" destId="{0B6F145D-930A-4F9F-BF74-964C7752D97F}" srcOrd="1" destOrd="0" parTransId="{BBFA9B51-091B-4296-90DE-1DF91CE0B33D}" sibTransId="{F5F6C1DF-4EF9-4C16-92D3-CE3140DF1CD6}"/>
    <dgm:cxn modelId="{B26DD2F0-BF52-5A43-9C3F-FB256D27AB46}" type="presOf" srcId="{E9D66FA4-206C-4D1D-AF1A-8D6791D484BE}" destId="{5AB9266F-5E8D-F442-BFA0-15EB81E34404}" srcOrd="0" destOrd="0" presId="urn:microsoft.com/office/officeart/2005/8/layout/list1"/>
    <dgm:cxn modelId="{6CF016FC-71BB-D541-A416-0C388128C38D}" type="presOf" srcId="{510128FA-D6F9-498B-940B-A89F855888E3}" destId="{46C01678-171F-0C4A-AB3F-C814DA643A7C}" srcOrd="0" destOrd="0" presId="urn:microsoft.com/office/officeart/2005/8/layout/list1"/>
    <dgm:cxn modelId="{E03321EE-880B-824E-B510-CEDE4AA5D26F}" type="presParOf" srcId="{DA416AEC-69A5-D04B-8D23-0C3BE526BA2D}" destId="{5B47BC43-6CD9-D146-8D61-E8E28958A3E0}" srcOrd="0" destOrd="0" presId="urn:microsoft.com/office/officeart/2005/8/layout/list1"/>
    <dgm:cxn modelId="{8C8F5D0B-1212-B44A-90EC-48B3B3B2A537}" type="presParOf" srcId="{5B47BC43-6CD9-D146-8D61-E8E28958A3E0}" destId="{46C01678-171F-0C4A-AB3F-C814DA643A7C}" srcOrd="0" destOrd="0" presId="urn:microsoft.com/office/officeart/2005/8/layout/list1"/>
    <dgm:cxn modelId="{B1F13FB6-8EE5-F54B-8A32-FE67C7351CA9}" type="presParOf" srcId="{5B47BC43-6CD9-D146-8D61-E8E28958A3E0}" destId="{FBB2810D-A778-1540-982D-BED121275A52}" srcOrd="1" destOrd="0" presId="urn:microsoft.com/office/officeart/2005/8/layout/list1"/>
    <dgm:cxn modelId="{E06A4598-B74F-E042-8D1F-786F42D2CFDE}" type="presParOf" srcId="{DA416AEC-69A5-D04B-8D23-0C3BE526BA2D}" destId="{DA82A19B-F7BF-434D-913E-93C9FA111783}" srcOrd="1" destOrd="0" presId="urn:microsoft.com/office/officeart/2005/8/layout/list1"/>
    <dgm:cxn modelId="{E6F43D92-AF8D-C34A-B5AB-78186B60C676}" type="presParOf" srcId="{DA416AEC-69A5-D04B-8D23-0C3BE526BA2D}" destId="{0E78BBA1-CD8F-2442-88B4-636F9E6A58CE}" srcOrd="2" destOrd="0" presId="urn:microsoft.com/office/officeart/2005/8/layout/list1"/>
    <dgm:cxn modelId="{BFA0ECF2-9462-3848-A94F-AD98D0E67838}" type="presParOf" srcId="{DA416AEC-69A5-D04B-8D23-0C3BE526BA2D}" destId="{ABFF0665-FF90-3C48-8538-B288ECDD1CFE}" srcOrd="3" destOrd="0" presId="urn:microsoft.com/office/officeart/2005/8/layout/list1"/>
    <dgm:cxn modelId="{279A36BA-E7AF-6744-A22B-EC6A765D5CA7}" type="presParOf" srcId="{DA416AEC-69A5-D04B-8D23-0C3BE526BA2D}" destId="{65ACBD66-8591-0E49-B7FE-4A61D9FECCC7}" srcOrd="4" destOrd="0" presId="urn:microsoft.com/office/officeart/2005/8/layout/list1"/>
    <dgm:cxn modelId="{C02FE967-8CE0-7640-BDF6-67A929AF179C}" type="presParOf" srcId="{65ACBD66-8591-0E49-B7FE-4A61D9FECCC7}" destId="{D92B01D3-D15A-CF41-A2FD-4A0416275701}" srcOrd="0" destOrd="0" presId="urn:microsoft.com/office/officeart/2005/8/layout/list1"/>
    <dgm:cxn modelId="{91A691EF-E10A-5140-B72F-0F8F6429239A}" type="presParOf" srcId="{65ACBD66-8591-0E49-B7FE-4A61D9FECCC7}" destId="{E689564F-E477-EA4B-8140-203DE8EA4012}" srcOrd="1" destOrd="0" presId="urn:microsoft.com/office/officeart/2005/8/layout/list1"/>
    <dgm:cxn modelId="{5D4B2DD4-D156-184B-B5F1-1A69CE8ADD2D}" type="presParOf" srcId="{DA416AEC-69A5-D04B-8D23-0C3BE526BA2D}" destId="{C282A192-274B-7E47-97BF-BDBF2D21B857}" srcOrd="5" destOrd="0" presId="urn:microsoft.com/office/officeart/2005/8/layout/list1"/>
    <dgm:cxn modelId="{3D5DA855-00B5-5C47-B108-E35D1E883B25}" type="presParOf" srcId="{DA416AEC-69A5-D04B-8D23-0C3BE526BA2D}" destId="{31D84150-CF38-694D-8CB7-9F36B1B08726}" srcOrd="6" destOrd="0" presId="urn:microsoft.com/office/officeart/2005/8/layout/list1"/>
    <dgm:cxn modelId="{A59A4DD9-5B01-B240-80B9-4D3BE1313AAF}" type="presParOf" srcId="{DA416AEC-69A5-D04B-8D23-0C3BE526BA2D}" destId="{ADE7E921-D5A0-774A-B82E-1027518B23CE}" srcOrd="7" destOrd="0" presId="urn:microsoft.com/office/officeart/2005/8/layout/list1"/>
    <dgm:cxn modelId="{8F6C276E-9A03-0444-9128-1ED5A6223917}" type="presParOf" srcId="{DA416AEC-69A5-D04B-8D23-0C3BE526BA2D}" destId="{580E686B-6321-B641-8563-320E793C2A68}" srcOrd="8" destOrd="0" presId="urn:microsoft.com/office/officeart/2005/8/layout/list1"/>
    <dgm:cxn modelId="{59B4F389-5125-7A45-BE36-32E6C60BEDF7}" type="presParOf" srcId="{580E686B-6321-B641-8563-320E793C2A68}" destId="{5AB9266F-5E8D-F442-BFA0-15EB81E34404}" srcOrd="0" destOrd="0" presId="urn:microsoft.com/office/officeart/2005/8/layout/list1"/>
    <dgm:cxn modelId="{1C22D440-0B06-6F43-93D6-BE24A13D2D49}" type="presParOf" srcId="{580E686B-6321-B641-8563-320E793C2A68}" destId="{8CB9EE93-AA55-0345-ACC6-4E7BF4475BA9}" srcOrd="1" destOrd="0" presId="urn:microsoft.com/office/officeart/2005/8/layout/list1"/>
    <dgm:cxn modelId="{BC5972DD-D4E4-1C41-B570-6B71744CE504}" type="presParOf" srcId="{DA416AEC-69A5-D04B-8D23-0C3BE526BA2D}" destId="{CB8492B1-9620-784B-A6F5-6FCA266766AC}" srcOrd="9" destOrd="0" presId="urn:microsoft.com/office/officeart/2005/8/layout/list1"/>
    <dgm:cxn modelId="{5F12FE33-F85A-0041-BB29-26D5570302BC}" type="presParOf" srcId="{DA416AEC-69A5-D04B-8D23-0C3BE526BA2D}" destId="{2DBC9EEF-AE5E-0847-8020-6AA0ED26C1D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8BBA1-CD8F-2442-88B4-636F9E6A58CE}">
      <dsp:nvSpPr>
        <dsp:cNvPr id="0" name=""/>
        <dsp:cNvSpPr/>
      </dsp:nvSpPr>
      <dsp:spPr>
        <a:xfrm>
          <a:off x="0" y="306594"/>
          <a:ext cx="10515600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12420" rIns="81612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如何快速应用</a:t>
          </a:r>
          <a:r>
            <a:rPr lang="en-US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AI</a:t>
          </a:r>
          <a:r>
            <a:rPr lang="zh-CN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进行针对性课程设计与教学</a:t>
          </a:r>
          <a:endParaRPr lang="en-US" sz="1500" kern="12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如何精准了解学生的学习情况，并充分调动学生主动性与创造性，积极参与到学习中</a:t>
          </a:r>
          <a:endParaRPr lang="en-US" sz="1500" kern="12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sp:txBody>
      <dsp:txXfrm>
        <a:off x="0" y="306594"/>
        <a:ext cx="10515600" cy="1086750"/>
      </dsp:txXfrm>
    </dsp:sp>
    <dsp:sp modelId="{FBB2810D-A778-1540-982D-BED121275A52}">
      <dsp:nvSpPr>
        <dsp:cNvPr id="0" name=""/>
        <dsp:cNvSpPr/>
      </dsp:nvSpPr>
      <dsp:spPr>
        <a:xfrm>
          <a:off x="525780" y="85194"/>
          <a:ext cx="7360920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15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教师视角</a:t>
          </a:r>
          <a:endParaRPr lang="en-US" sz="1500" kern="1200">
            <a:latin typeface="Microsoft YaHei" panose="020B0503020204020204" pitchFamily="34" charset="-122"/>
            <a:ea typeface="Microsoft YaHei" panose="020B0503020204020204" pitchFamily="34" charset="-122"/>
          </a:endParaRPr>
        </a:p>
      </dsp:txBody>
      <dsp:txXfrm>
        <a:off x="547396" y="106810"/>
        <a:ext cx="7317688" cy="399568"/>
      </dsp:txXfrm>
    </dsp:sp>
    <dsp:sp modelId="{31D84150-CF38-694D-8CB7-9F36B1B08726}">
      <dsp:nvSpPr>
        <dsp:cNvPr id="0" name=""/>
        <dsp:cNvSpPr/>
      </dsp:nvSpPr>
      <dsp:spPr>
        <a:xfrm>
          <a:off x="0" y="1695744"/>
          <a:ext cx="1051560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12420" rIns="81612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如何从教师提供的课程内容中，进行有效的预习与复习。</a:t>
          </a:r>
          <a:endParaRPr lang="en-US" sz="1500" kern="12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如何在学习过程中得到即时有效的学习反馈</a:t>
          </a:r>
          <a:endParaRPr lang="en-US" sz="1500" kern="12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sp:txBody>
      <dsp:txXfrm>
        <a:off x="0" y="1695744"/>
        <a:ext cx="10515600" cy="1134000"/>
      </dsp:txXfrm>
    </dsp:sp>
    <dsp:sp modelId="{E689564F-E477-EA4B-8140-203DE8EA4012}">
      <dsp:nvSpPr>
        <dsp:cNvPr id="0" name=""/>
        <dsp:cNvSpPr/>
      </dsp:nvSpPr>
      <dsp:spPr>
        <a:xfrm>
          <a:off x="525780" y="1474344"/>
          <a:ext cx="7360920" cy="442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学生视角</a:t>
          </a:r>
          <a:endParaRPr lang="en-US" sz="1500" kern="12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sp:txBody>
      <dsp:txXfrm>
        <a:off x="547396" y="1495960"/>
        <a:ext cx="7317688" cy="399568"/>
      </dsp:txXfrm>
    </dsp:sp>
    <dsp:sp modelId="{2DBC9EEF-AE5E-0847-8020-6AA0ED26C1DE}">
      <dsp:nvSpPr>
        <dsp:cNvPr id="0" name=""/>
        <dsp:cNvSpPr/>
      </dsp:nvSpPr>
      <dsp:spPr>
        <a:xfrm>
          <a:off x="0" y="3132143"/>
          <a:ext cx="1051560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12420" rIns="81612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如何快速将</a:t>
          </a:r>
          <a:r>
            <a:rPr lang="en-US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AI</a:t>
          </a:r>
          <a:r>
            <a:rPr lang="zh-CN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应用全面导入教学过程</a:t>
          </a:r>
          <a:endParaRPr lang="en-US" sz="1500" kern="12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如何透过</a:t>
          </a:r>
          <a:r>
            <a:rPr lang="en-US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AI</a:t>
          </a:r>
          <a:r>
            <a:rPr lang="zh-CN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全面有效了解教学开展和成效</a:t>
          </a:r>
          <a:endParaRPr lang="en-US" sz="1500" kern="12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sp:txBody>
      <dsp:txXfrm>
        <a:off x="0" y="3132143"/>
        <a:ext cx="10515600" cy="1134000"/>
      </dsp:txXfrm>
    </dsp:sp>
    <dsp:sp modelId="{8CB9EE93-AA55-0345-ACC6-4E7BF4475BA9}">
      <dsp:nvSpPr>
        <dsp:cNvPr id="0" name=""/>
        <dsp:cNvSpPr/>
      </dsp:nvSpPr>
      <dsp:spPr>
        <a:xfrm>
          <a:off x="525780" y="2910744"/>
          <a:ext cx="7360920" cy="442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15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管理视角</a:t>
          </a:r>
          <a:endParaRPr lang="en-US" sz="1500" kern="12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sp:txBody>
      <dsp:txXfrm>
        <a:off x="547396" y="2932360"/>
        <a:ext cx="731768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8FA71-0F27-904B-A6E0-6D4D2F5CD89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A326B-CF5F-334B-9D0F-DC1667255FB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7625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9103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206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501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101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00169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386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13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813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91381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9482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4471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E8404-2F1E-A844-BE54-EA5911359E1C}" type="datetimeFigureOut">
              <a:rPr lang="en-CN" smtClean="0"/>
              <a:t>2025/9/1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631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3582B-F0B6-0D24-CCCD-EA7A3D570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8000" b="1" kern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Tron</a:t>
            </a:r>
            <a:r>
              <a:rPr lang="en-US" altLang="zh-CN" sz="8000" kern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</a:t>
            </a:r>
            <a:r>
              <a:rPr lang="en-US" altLang="zh-CN" sz="8000" kern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8000" b="1" kern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AIR</a:t>
            </a:r>
            <a:endParaRPr lang="en-US" sz="8000" b="1" kern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74913-FACD-3B53-9E8E-FE8D68291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kern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释放教与学的无限可能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036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E422F-A840-E300-E4D1-AC58A2272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867"/>
            <a:ext cx="10515600" cy="1133693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问题定义</a:t>
            </a:r>
            <a:endParaRPr lang="en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4E0A26-6F45-4BAE-4B0F-B7C12F93B9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564866"/>
              </p:ext>
            </p:extLst>
          </p:nvPr>
        </p:nvGraphicFramePr>
        <p:xfrm>
          <a:off x="838200" y="152252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515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F312-0CC8-1308-AFA2-FBD7701A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产品定位</a:t>
            </a:r>
            <a:endParaRPr lang="en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A0411-D4F1-309F-4A13-F0A611E4F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沉浸式教学场景</a:t>
            </a:r>
            <a:endParaRPr lang="en-US" altLang="zh-CN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智能化教学助手</a:t>
            </a:r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个人性学习伙伴</a:t>
            </a:r>
            <a:endParaRPr lang="en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0254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7A171-CC1E-D51C-2424-EF8C086C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沉浸式教学场景</a:t>
            </a:r>
            <a:endParaRPr lang="en-C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3E289-B36E-AD92-A1D1-A9C0DBECB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课前备课协作：个性化题库生成，内容摘要与关键字，减轻备课压力，精准了解学生学习状况。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课中互动问答：教学实时互动、提升课堂参与度，增强学生理解能力。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课后自动批改：作业自动批改，作业反馈即时生成，减轻教师工作量。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63863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191A-313B-5BA8-B049-87D5573A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智能化教学助手</a:t>
            </a:r>
            <a:endParaRPr lang="en-C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36BD-96A2-52F4-C288-24C88F5DB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备课助手，基于 </a:t>
            </a:r>
            <a: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辅助老师完成课程设计（智能生成），高效备课。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教学管理，基于学情的数据分析，提供实时教学反馈和提示，优化课堂教学策略。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45795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A817-B8F8-A531-791C-D9ECAF394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个性化学习伙伴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D6F92-ACD7-3355-C549-E33140C24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课程智能体，提供给学生 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24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小时随问提问答的智能陪伴。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个性化记忆，</a:t>
            </a:r>
            <a: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学伴基于学生历史问答，提供苏格拉底式个性化引导。</a:t>
            </a:r>
          </a:p>
          <a:p>
            <a:endParaRPr lang="en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057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14035</TotalTime>
  <Words>241</Words>
  <Application>Microsoft Macintosh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Microsoft YaHei</vt:lpstr>
      <vt:lpstr>Aptos</vt:lpstr>
      <vt:lpstr>Arial</vt:lpstr>
      <vt:lpstr>Calibri</vt:lpstr>
      <vt:lpstr>Calibri Light</vt:lpstr>
      <vt:lpstr>Office 2013 - 2022 Theme</vt:lpstr>
      <vt:lpstr>TronClass AIR</vt:lpstr>
      <vt:lpstr>问题定义</vt:lpstr>
      <vt:lpstr>产品定位</vt:lpstr>
      <vt:lpstr>沉浸式教学场景</vt:lpstr>
      <vt:lpstr>智能化教学助手</vt:lpstr>
      <vt:lpstr>个性化学习伙伴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Fei He</dc:creator>
  <cp:lastModifiedBy>何飞</cp:lastModifiedBy>
  <cp:revision>149</cp:revision>
  <dcterms:created xsi:type="dcterms:W3CDTF">2025-01-16T03:28:23Z</dcterms:created>
  <dcterms:modified xsi:type="dcterms:W3CDTF">2025-09-01T15:36:22Z</dcterms:modified>
</cp:coreProperties>
</file>